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53" y="0"/>
            <a:ext cx="9997189" cy="0"/>
          </a:xfrm>
        </p:spPr>
        <p:txBody>
          <a:bodyPr/>
          <a:lstStyle/>
          <a:p>
            <a:pPr algn="ctr">
              <a:defRPr sz="5400" b="1">
                <a:solidFill>
                  <a:srgbClr val="003366"/>
                </a:solidFill>
              </a:defRPr>
            </a:pPr>
            <a:r>
              <a:t>Mixed Images Test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38339" y="0"/>
            <a:ext cx="7315017" cy="0"/>
          </a:xfrm>
        </p:spPr>
        <p:txBody>
          <a:bodyPr/>
          <a:lstStyle/>
          <a:p>
            <a:pPr algn="ctr">
              <a:defRPr sz="2400">
                <a:solidFill>
                  <a:srgbClr val="4472C4"/>
                </a:solidFill>
              </a:defRPr>
            </a:pPr>
            <a:r>
              <a:t>Testing image handling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7668" y="274320"/>
            <a:ext cx="11216359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3366"/>
                </a:solidFill>
              </a:defRPr>
            </a:pPr>
            <a:r>
              <a:t>Valid Image</a:t>
            </a:r>
          </a:p>
        </p:txBody>
      </p:sp>
      <p:pic>
        <p:nvPicPr>
          <p:cNvPr id="4" name="aurora_placeholder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828800"/>
            <a:ext cx="54864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59436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i="1">
                <a:solidFill>
                  <a:srgbClr val="6C757D"/>
                </a:solidFill>
              </a:defRPr>
            </a:pPr>
            <a:r>
              <a:t>This should download and be resized.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7668" y="274320"/>
            <a:ext cx="11216359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3366"/>
                </a:solidFill>
              </a:defRPr>
            </a:pPr>
            <a:r>
              <a:t>Broken Image</a:t>
            </a:r>
          </a:p>
        </p:txBody>
      </p:sp>
      <p:pic>
        <p:nvPicPr>
          <p:cNvPr id="4" name="aurora_placeholder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828800"/>
            <a:ext cx="54864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59436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i="1">
                <a:solidFill>
                  <a:srgbClr val="6C757D"/>
                </a:solidFill>
              </a:defRPr>
            </a:pPr>
            <a:r>
              <a:t>This should fail and produce a placeholder.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377" y="0"/>
            <a:ext cx="10362940" cy="0"/>
          </a:xfrm>
          <a:solidFill>
            <a:srgbClr val="F8F9FA"/>
          </a:solidFill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</a:defRPr>
            </a:pPr>
            <a:r>
              <a:t>Text Backup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28800" y="1645920"/>
            <a:ext cx="8686800" cy="4754880"/>
          </a:xfrm>
        </p:spPr>
        <p:txBody>
          <a:bodyPr wrap="square"/>
          <a:lstStyle/>
          <a:p/>
          <a:p>
            <a:pPr>
              <a:spcBef>
                <a:spcPts val="800"/>
              </a:spcBef>
              <a:spcAft>
                <a:spcPts val="600"/>
              </a:spcAft>
              <a:defRPr sz="1600">
                <a:solidFill>
                  <a:srgbClr val="212529"/>
                </a:solidFill>
                <a:latin typeface="Calibri"/>
              </a:defRPr>
            </a:pPr>
            <a:r>
              <a:t>▸ First point</a:t>
            </a:r>
          </a:p>
          <a:p>
            <a:pPr>
              <a:spcBef>
                <a:spcPts val="800"/>
              </a:spcBef>
              <a:spcAft>
                <a:spcPts val="600"/>
              </a:spcAft>
              <a:defRPr sz="1600">
                <a:solidFill>
                  <a:srgbClr val="343A40"/>
                </a:solidFill>
                <a:latin typeface="Calibri"/>
              </a:defRPr>
            </a:pPr>
            <a:r>
              <a:t>▸ Second</a:t>
            </a:r>
          </a:p>
          <a:p>
            <a:pPr>
              <a:spcBef>
                <a:spcPts val="800"/>
              </a:spcBef>
              <a:spcAft>
                <a:spcPts val="600"/>
              </a:spcAft>
              <a:defRPr sz="1600">
                <a:solidFill>
                  <a:srgbClr val="212529"/>
                </a:solidFill>
                <a:latin typeface="Calibri"/>
              </a:defRPr>
            </a:pPr>
            <a:r>
              <a:t>▸ Third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FC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