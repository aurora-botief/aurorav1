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53" y="0"/>
            <a:ext cx="9997189" cy="0"/>
          </a:xfrm>
        </p:spPr>
        <p:txBody>
          <a:bodyPr/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Mixed Images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339" y="0"/>
            <a:ext cx="7315017" cy="0"/>
          </a:xfrm>
        </p:spPr>
        <p:txBody>
          <a:bodyPr/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Testing image handling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68" y="274320"/>
            <a:ext cx="1121635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Valid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548640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>
                <a:solidFill>
                  <a:srgbClr val="4472C4"/>
                </a:solidFill>
              </a:defRPr>
            </a:pPr>
            <a:r>
              <a:t>📊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C757D"/>
                </a:solidFill>
              </a:defRPr>
            </a:pPr>
            <a:r>
              <a:t>This should download and be resized.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68" y="274320"/>
            <a:ext cx="1121635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Broken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548640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>
                <a:solidFill>
                  <a:srgbClr val="4472C4"/>
                </a:solidFill>
              </a:defRPr>
            </a:pPr>
            <a:r>
              <a:t>📊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C757D"/>
                </a:solidFill>
              </a:defRPr>
            </a:pPr>
            <a:r>
              <a:t>This should fail and produce a placeholder.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377" y="0"/>
            <a:ext cx="10362940" cy="0"/>
          </a:xfrm>
          <a:solidFill>
            <a:srgbClr val="F8F9FA"/>
          </a:solidFill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Text Backup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45920"/>
            <a:ext cx="8686800" cy="4754880"/>
          </a:xfrm>
        </p:spPr>
        <p:txBody>
          <a:bodyPr wrap="square"/>
          <a:lstStyle/>
          <a:p/>
          <a:p>
            <a:pPr>
              <a:spcBef>
                <a:spcPts val="800"/>
              </a:spcBef>
              <a:spcAft>
                <a:spcPts val="6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▸ First point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600">
                <a:solidFill>
                  <a:srgbClr val="343A40"/>
                </a:solidFill>
                <a:latin typeface="Calibri"/>
              </a:defRPr>
            </a:pPr>
            <a:r>
              <a:t>▸ Second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▸ Third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