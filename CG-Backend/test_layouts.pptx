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9447" y="2286000"/>
            <a:ext cx="10972800" cy="0"/>
          </a:xfrm>
        </p:spPr>
        <p:txBody>
          <a:bodyPr/>
          <a:lstStyle/>
          <a:p>
            <a:pPr algn="ctr">
              <a:defRPr sz="5400" b="1">
                <a:solidFill>
                  <a:srgbClr val="003366"/>
                </a:solidFill>
              </a:defRPr>
            </a:pPr>
            <a:r>
              <a:t>Test de Layout PPT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09447" y="4114800"/>
            <a:ext cx="10972800" cy="0"/>
          </a:xfrm>
        </p:spPr>
        <p:txBody>
          <a:bodyPr/>
          <a:lstStyle/>
          <a:p>
            <a:pPr algn="ctr">
              <a:defRPr sz="2400">
                <a:solidFill>
                  <a:srgbClr val="4472C4"/>
                </a:solidFill>
              </a:defRPr>
            </a:pPr>
            <a:r>
              <a:t>Prueba de diferentes configuraciones de diapositivas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430000" cy="731520"/>
          </a:xfrm>
          <a:prstGeom prst="rect">
            <a:avLst/>
          </a:prstGeom>
          <a:solidFill>
            <a:srgbClr val="F8F9FA"/>
          </a:solidFill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03366"/>
                </a:solidFill>
              </a:defRPr>
            </a:pPr>
            <a:r>
              <a:t>Config 1: Conservative (More Text)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6400800" cy="5029200"/>
          </a:xfrm>
          <a:prstGeom prst="rect">
            <a:avLst/>
          </a:prstGeom>
          <a:noFill/>
          <a:ln w="12700">
            <a:solidFill>
              <a:srgbClr val="C8C8C8"/>
            </a:solidFill>
          </a:ln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400"/>
              </a:spcAft>
              <a:defRPr sz="1400">
                <a:solidFill>
                  <a:srgbClr val="212529"/>
                </a:solidFill>
                <a:latin typeface="Calibri"/>
              </a:defRPr>
            </a:pPr>
            <a:r>
              <a:t>▸ Este es el primer punto de la diapositiva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400">
                <a:solidFill>
                  <a:srgbClr val="212529"/>
                </a:solidFill>
                <a:latin typeface="Calibri"/>
              </a:defRPr>
            </a:pPr>
            <a:r>
              <a:t>▸ Segunda viñeta con texto de ejemplo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400">
                <a:solidFill>
                  <a:srgbClr val="212529"/>
                </a:solidFill>
                <a:latin typeface="Calibri"/>
              </a:defRPr>
            </a:pPr>
            <a:r>
              <a:t>▸ Tercera viñeta para probar el espaciado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400">
                <a:solidFill>
                  <a:srgbClr val="212529"/>
                </a:solidFill>
                <a:latin typeface="Calibri"/>
              </a:defRPr>
            </a:pPr>
            <a:r>
              <a:t>▸ Cuarta viñeta con contenido más largo para ver cómo se comporta el texto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400">
                <a:solidFill>
                  <a:srgbClr val="212529"/>
                </a:solidFill>
                <a:latin typeface="Calibri"/>
              </a:defRPr>
            </a:pPr>
            <a:r>
              <a:t>▸ Quinta viñeta final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0" y="1188720"/>
            <a:ext cx="4389120" cy="4114800"/>
          </a:xfrm>
          <a:prstGeom prst="rect">
            <a:avLst/>
          </a:prstGeom>
          <a:solidFill>
            <a:srgbClr val="F0F0F0"/>
          </a:solidFill>
          <a:ln w="2540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4472C4"/>
                </a:solidFill>
              </a:defRPr>
            </a:pPr>
            <a:r>
              <a:t>IMAGEN</a:t>
            </a:r>
          </a:p>
          <a:p>
            <a:r>
              <a:t>AQUÍ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0"/>
            <a:ext cx="11430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6464"/>
                </a:solidFill>
              </a:defRPr>
            </a:pPr>
            <a:r>
              <a:t>Dimensiones:</a:t>
            </a:r>
          </a:p>
          <a:p>
            <a:r>
              <a:t>• Texto: 7.0" × 5.5" @ 0.5"</a:t>
            </a:r>
          </a:p>
          <a:p>
            <a:r>
              <a:t>• Imagen: 4.8" × 4.5" @ 8.0"</a:t>
            </a:r>
          </a:p>
          <a:p>
            <a:r>
              <a:t>• Gap: 0.5"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430000" cy="731520"/>
          </a:xfrm>
          <a:prstGeom prst="rect">
            <a:avLst/>
          </a:prstGeom>
          <a:solidFill>
            <a:srgbClr val="F8F9FA"/>
          </a:solidFill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03366"/>
                </a:solidFill>
              </a:defRPr>
            </a:pPr>
            <a:r>
              <a:t>Config 2: Balanced 50-50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5486400" cy="5029200"/>
          </a:xfrm>
          <a:prstGeom prst="rect">
            <a:avLst/>
          </a:prstGeom>
          <a:noFill/>
          <a:ln w="12700">
            <a:solidFill>
              <a:srgbClr val="C8C8C8"/>
            </a:solidFill>
          </a:ln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400"/>
              </a:spcAft>
              <a:defRPr sz="1400">
                <a:solidFill>
                  <a:srgbClr val="212529"/>
                </a:solidFill>
                <a:latin typeface="Calibri"/>
              </a:defRPr>
            </a:pPr>
            <a:r>
              <a:t>▸ Este es el primer punto de la diapositiva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400">
                <a:solidFill>
                  <a:srgbClr val="212529"/>
                </a:solidFill>
                <a:latin typeface="Calibri"/>
              </a:defRPr>
            </a:pPr>
            <a:r>
              <a:t>▸ Segunda viñeta con texto de ejemplo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400">
                <a:solidFill>
                  <a:srgbClr val="212529"/>
                </a:solidFill>
                <a:latin typeface="Calibri"/>
              </a:defRPr>
            </a:pPr>
            <a:r>
              <a:t>▸ Tercera viñeta para probar el espaciado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400">
                <a:solidFill>
                  <a:srgbClr val="212529"/>
                </a:solidFill>
                <a:latin typeface="Calibri"/>
              </a:defRPr>
            </a:pPr>
            <a:r>
              <a:t>▸ Cuarta viñeta con contenido más largo para ver cómo se comporta el texto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400">
                <a:solidFill>
                  <a:srgbClr val="212529"/>
                </a:solidFill>
                <a:latin typeface="Calibri"/>
              </a:defRPr>
            </a:pPr>
            <a:r>
              <a:t>▸ Quinta viñeta final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0" y="1188720"/>
            <a:ext cx="5303520" cy="4389120"/>
          </a:xfrm>
          <a:prstGeom prst="rect">
            <a:avLst/>
          </a:prstGeom>
          <a:solidFill>
            <a:srgbClr val="F0F0F0"/>
          </a:solidFill>
          <a:ln w="2540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4472C4"/>
                </a:solidFill>
              </a:defRPr>
            </a:pPr>
            <a:r>
              <a:t>IMAGEN</a:t>
            </a:r>
          </a:p>
          <a:p>
            <a:r>
              <a:t>AQUÍ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0"/>
            <a:ext cx="11430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6464"/>
                </a:solidFill>
              </a:defRPr>
            </a:pPr>
            <a:r>
              <a:t>Dimensiones:</a:t>
            </a:r>
          </a:p>
          <a:p>
            <a:r>
              <a:t>• Texto: 6.0" × 5.5" @ 0.5"</a:t>
            </a:r>
          </a:p>
          <a:p>
            <a:r>
              <a:t>• Imagen: 5.8" × 4.8" @ 7.0"</a:t>
            </a:r>
          </a:p>
          <a:p>
            <a:r>
              <a:t>• Gap: 0.5"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430000" cy="731520"/>
          </a:xfrm>
          <a:prstGeom prst="rect">
            <a:avLst/>
          </a:prstGeom>
          <a:solidFill>
            <a:srgbClr val="F8F9FA"/>
          </a:solidFill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03366"/>
                </a:solidFill>
              </a:defRPr>
            </a:pPr>
            <a:r>
              <a:t>Config 3: Image Focus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4572000" cy="5029200"/>
          </a:xfrm>
          <a:prstGeom prst="rect">
            <a:avLst/>
          </a:prstGeom>
          <a:noFill/>
          <a:ln w="12700">
            <a:solidFill>
              <a:srgbClr val="C8C8C8"/>
            </a:solidFill>
          </a:ln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400"/>
              </a:spcAft>
              <a:defRPr sz="1400">
                <a:solidFill>
                  <a:srgbClr val="212529"/>
                </a:solidFill>
                <a:latin typeface="Calibri"/>
              </a:defRPr>
            </a:pPr>
            <a:r>
              <a:t>▸ Este es el primer punto de la diapositiva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400">
                <a:solidFill>
                  <a:srgbClr val="212529"/>
                </a:solidFill>
                <a:latin typeface="Calibri"/>
              </a:defRPr>
            </a:pPr>
            <a:r>
              <a:t>▸ Segunda viñeta con texto de ejemplo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400">
                <a:solidFill>
                  <a:srgbClr val="212529"/>
                </a:solidFill>
                <a:latin typeface="Calibri"/>
              </a:defRPr>
            </a:pPr>
            <a:r>
              <a:t>▸ Tercera viñeta para probar el espaciado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400">
                <a:solidFill>
                  <a:srgbClr val="212529"/>
                </a:solidFill>
                <a:latin typeface="Calibri"/>
              </a:defRPr>
            </a:pPr>
            <a:r>
              <a:t>▸ Cuarta viñeta con contenido más largo para ver cómo se comporta el texto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400">
                <a:solidFill>
                  <a:srgbClr val="212529"/>
                </a:solidFill>
                <a:latin typeface="Calibri"/>
              </a:defRPr>
            </a:pPr>
            <a:r>
              <a:t>▸ Quinta viñeta final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0" y="1188720"/>
            <a:ext cx="6217920" cy="4572000"/>
          </a:xfrm>
          <a:prstGeom prst="rect">
            <a:avLst/>
          </a:prstGeom>
          <a:solidFill>
            <a:srgbClr val="F0F0F0"/>
          </a:solidFill>
          <a:ln w="2540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4472C4"/>
                </a:solidFill>
              </a:defRPr>
            </a:pPr>
            <a:r>
              <a:t>IMAGEN</a:t>
            </a:r>
          </a:p>
          <a:p>
            <a:r>
              <a:t>AQUÍ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0"/>
            <a:ext cx="11430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6464"/>
                </a:solidFill>
              </a:defRPr>
            </a:pPr>
            <a:r>
              <a:t>Dimensiones:</a:t>
            </a:r>
          </a:p>
          <a:p>
            <a:r>
              <a:t>• Texto: 5.0" × 5.5" @ 0.5"</a:t>
            </a:r>
          </a:p>
          <a:p>
            <a:r>
              <a:t>• Imagen: 6.8" × 5.0" @ 6.0"</a:t>
            </a:r>
          </a:p>
          <a:p>
            <a:r>
              <a:t>• Gap: 0.5"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