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53" y="0"/>
            <a:ext cx="9997189" cy="0"/>
          </a:xfrm>
        </p:spPr>
        <p:txBody>
          <a:bodyPr/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S3 Images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339" y="0"/>
            <a:ext cx="7315017" cy="0"/>
          </a:xfrm>
        </p:spPr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Using real S3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S3 Image 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S3 image 01-01-0001.png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S3 Image 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S3 image 01-02-0005.png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S3 Image Missing (expected fail)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>
                <a:solidFill>
                  <a:srgbClr val="4472C4"/>
                </a:solidFill>
              </a:defRPr>
            </a:pPr>
            <a:r>
              <a:t>📊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Should fallback to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