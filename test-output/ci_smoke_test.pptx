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53" y="0"/>
            <a:ext cx="9997189" cy="0"/>
          </a:xfrm>
        </p:spPr>
        <p:txBody>
          <a:bodyPr/>
          <a:lstStyle/>
          <a:p>
            <a:pPr algn="ctr">
              <a:defRPr sz="5400" b="1">
                <a:solidFill>
                  <a:srgbClr val="003366"/>
                </a:solidFill>
              </a:defRPr>
            </a:pPr>
            <a:r>
              <a:t>PPT Generator CI Smoke 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38339" y="0"/>
            <a:ext cx="7315017" cy="0"/>
          </a:xfrm>
        </p:spPr>
        <p:txBody>
          <a:bodyPr/>
          <a:lstStyle/>
          <a:p>
            <a:pPr algn="ctr">
              <a:defRPr sz="2400">
                <a:solidFill>
                  <a:srgbClr val="4472C4"/>
                </a:solidFill>
              </a:defRPr>
            </a:pPr>
            <a:r>
              <a:t>Automated test with real images and placeholders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377" y="0"/>
            <a:ext cx="10362940" cy="0"/>
          </a:xfrm>
          <a:solidFill>
            <a:srgbClr val="F8F9FA"/>
          </a:solidFill>
        </p:spPr>
        <p:txBody>
          <a:bodyPr/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0" y="1645920"/>
            <a:ext cx="8686800" cy="4754880"/>
          </a:xfrm>
        </p:spPr>
        <p:txBody>
          <a:bodyPr wrap="square"/>
          <a:lstStyle/>
          <a:p/>
          <a:p>
            <a:pPr>
              <a:spcBef>
                <a:spcPts val="800"/>
              </a:spcBef>
              <a:spcAft>
                <a:spcPts val="600"/>
              </a:spcAft>
              <a:defRPr sz="1600">
                <a:solidFill>
                  <a:srgbClr val="212529"/>
                </a:solidFill>
                <a:latin typeface="Calibri"/>
              </a:defRPr>
            </a:pPr>
            <a:r>
              <a:t>▸ Adaptive layout engine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1600">
                <a:solidFill>
                  <a:srgbClr val="343A40"/>
                </a:solidFill>
                <a:latin typeface="Calibri"/>
              </a:defRPr>
            </a:pPr>
            <a:r>
              <a:t>▸ TF-IDF image selection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1600">
                <a:solidFill>
                  <a:srgbClr val="212529"/>
                </a:solidFill>
                <a:latin typeface="Calibri"/>
              </a:defRPr>
            </a:pPr>
            <a:r>
              <a:t>▸ Placeholder fallback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1600">
                <a:solidFill>
                  <a:srgbClr val="343A40"/>
                </a:solidFill>
                <a:latin typeface="Calibri"/>
              </a:defRPr>
            </a:pPr>
            <a:r>
              <a:t>▸ Professional styling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1600">
                <a:solidFill>
                  <a:srgbClr val="212529"/>
                </a:solidFill>
                <a:latin typeface="Calibri"/>
              </a:defRPr>
            </a:pPr>
            <a:r>
              <a:t>▸ S3 and HTTP image support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87668" y="274320"/>
            <a:ext cx="1121635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3366"/>
                </a:solidFill>
              </a:defRPr>
            </a:pPr>
            <a:r>
              <a:t>Placeholder Test</a:t>
            </a:r>
          </a:p>
        </p:txBody>
      </p:sp>
      <p:pic>
        <p:nvPicPr>
          <p:cNvPr id="4" name="Placeholder for image slide: Placeholder Test" descr="Placeholder: This image does not exist (placeholder)" title="Image Placehold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828800"/>
            <a:ext cx="54864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943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6C757D"/>
                </a:solidFill>
              </a:defRPr>
            </a:pPr>
            <a:r>
              <a:t>This image does not exist (placeholder)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377" y="0"/>
            <a:ext cx="10362940" cy="0"/>
          </a:xfrm>
          <a:solidFill>
            <a:srgbClr val="F8F9FA"/>
          </a:solidFill>
        </p:spPr>
        <p:txBody>
          <a:bodyPr/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Mixed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0" y="1645920"/>
            <a:ext cx="8686800" cy="4754880"/>
          </a:xfrm>
        </p:spPr>
        <p:txBody>
          <a:bodyPr wrap="square"/>
          <a:lstStyle/>
          <a:p/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212529"/>
                </a:solidFill>
                <a:latin typeface="Calibri"/>
              </a:defRPr>
            </a:pPr>
            <a:r>
              <a:t>▸ Text content is primary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343A40"/>
                </a:solidFill>
                <a:latin typeface="Calibri"/>
              </a:defRPr>
            </a:pPr>
            <a:r>
              <a:t>▸ Image supports the message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400">
                <a:solidFill>
                  <a:srgbClr val="212529"/>
                </a:solidFill>
                <a:latin typeface="Calibri"/>
              </a:defRPr>
            </a:pPr>
            <a:r>
              <a:t>▸ Placeholders are gracefully handled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laceholder for unavailable image on slide: Mixed Content" descr="Placeholder: Mixed Content" title="Image Placeholde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9499" y="487667"/>
            <a:ext cx="2152697" cy="9144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377" y="0"/>
            <a:ext cx="10362940" cy="0"/>
          </a:xfrm>
        </p:spPr>
        <p:txBody>
          <a:bodyPr/>
          <a:lstStyle/>
          <a:p>
            <a:pPr algn="ctr">
              <a:defRPr sz="4000" b="1">
                <a:solidFill>
                  <a:srgbClr val="003366"/>
                </a:solidFill>
              </a:defRPr>
            </a:pPr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800"/>
              </a:spcBef>
              <a:spcAft>
                <a:spcPts val="1200"/>
              </a:spcAft>
              <a:defRPr sz="2200" b="1">
                <a:solidFill>
                  <a:srgbClr val="003366"/>
                </a:solidFill>
              </a:defRPr>
            </a:pPr>
            <a:r>
              <a:t>✓ All slide types tested</a:t>
            </a:r>
          </a:p>
          <a:p>
            <a:pPr>
              <a:spcBef>
                <a:spcPts val="1800"/>
              </a:spcBef>
              <a:spcAft>
                <a:spcPts val="1200"/>
              </a:spcAft>
              <a:defRPr sz="2200" b="1">
                <a:solidFill>
                  <a:srgbClr val="003366"/>
                </a:solidFill>
              </a:defRPr>
            </a:pPr>
            <a:r>
              <a:t>✓ Placeholders validated</a:t>
            </a:r>
          </a:p>
          <a:p>
            <a:pPr>
              <a:spcBef>
                <a:spcPts val="1800"/>
              </a:spcBef>
              <a:spcAft>
                <a:spcPts val="1200"/>
              </a:spcAft>
              <a:defRPr sz="2200" b="1">
                <a:solidFill>
                  <a:srgbClr val="003366"/>
                </a:solidFill>
              </a:defRPr>
            </a:pPr>
            <a:r>
              <a:t>✓ Layout engine verified</a:t>
            </a:r>
          </a:p>
          <a:p>
            <a:pPr>
              <a:spcBef>
                <a:spcPts val="1800"/>
              </a:spcBef>
              <a:spcAft>
                <a:spcPts val="1200"/>
              </a:spcAft>
              <a:defRPr sz="2200" b="1">
                <a:solidFill>
                  <a:srgbClr val="003366"/>
                </a:solidFill>
              </a:defRPr>
            </a:pPr>
            <a:r>
              <a:t>✓ Ready for production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